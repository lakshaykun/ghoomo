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8046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1F5F9"/>
                </a:solidFill>
              </a:defRPr>
            </a:pPr>
            <a:r>
              <a:t>Ghoomo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4A3B8"/>
                </a:solidFill>
              </a:defRPr>
            </a:pPr>
            <a:r>
              <a:t>Real-time campus rides + bus bookings in one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8638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75569"/>
                </a:solidFill>
              </a:defRPr>
            </a:pPr>
            <a:r>
              <a:t>Campus mobility is fragmented across rides, buses, and tracking</a:t>
            </a:r>
          </a:p>
          <a:p>
            <a:pPr>
              <a:defRPr sz="2000">
                <a:solidFill>
                  <a:srgbClr val="475569"/>
                </a:solidFill>
              </a:defRPr>
            </a:pPr>
            <a:r>
              <a:t>Riders waste time waiting for availability and confirmation</a:t>
            </a:r>
          </a:p>
          <a:p>
            <a:pPr>
              <a:defRPr sz="2000">
                <a:solidFill>
                  <a:srgbClr val="475569"/>
                </a:solidFill>
              </a:defRPr>
            </a:pPr>
            <a:r>
              <a:t>Drivers lack a clean, real-time workflow</a:t>
            </a:r>
          </a:p>
          <a:p>
            <a:pPr>
              <a:defRPr sz="2000">
                <a:solidFill>
                  <a:srgbClr val="475569"/>
                </a:solidFill>
              </a:defRPr>
            </a:pPr>
            <a:r>
              <a:t>Admins lack unified visibility over routes and demand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8638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75569"/>
                </a:solidFill>
              </a:defRPr>
            </a:pPr>
            <a:r>
              <a:t>Single app for ride booking + bus seats</a:t>
            </a:r>
          </a:p>
          <a:p>
            <a:pPr>
              <a:defRPr sz="2000">
                <a:solidFill>
                  <a:srgbClr val="475569"/>
                </a:solidFill>
              </a:defRPr>
            </a:pPr>
            <a:r>
              <a:t>Live estimates and real-time tracking</a:t>
            </a:r>
          </a:p>
          <a:p>
            <a:pPr>
              <a:defRPr sz="2000">
                <a:solidFill>
                  <a:srgbClr val="475569"/>
                </a:solidFill>
              </a:defRPr>
            </a:pPr>
            <a:r>
              <a:t>Driver verification via OTP/QR</a:t>
            </a:r>
          </a:p>
          <a:p>
            <a:pPr>
              <a:defRPr sz="2000">
                <a:solidFill>
                  <a:srgbClr val="475569"/>
                </a:solidFill>
              </a:defRPr>
            </a:pPr>
            <a:r>
              <a:t>Admin dashboard for routes and capacity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User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011680" cy="5486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Select ride/bus</a:t>
            </a:r>
          </a:p>
        </p:txBody>
      </p:sp>
      <p:sp>
        <p:nvSpPr>
          <p:cNvPr id="4" name="Chevron 3"/>
          <p:cNvSpPr/>
          <p:nvPr/>
        </p:nvSpPr>
        <p:spPr>
          <a:xfrm>
            <a:off x="2788920" y="1901952"/>
            <a:ext cx="457200" cy="411480"/>
          </a:xfrm>
          <a:prstGeom prst="chevron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91839" y="1828800"/>
            <a:ext cx="2011680" cy="54864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Enter pickup/drop</a:t>
            </a:r>
          </a:p>
        </p:txBody>
      </p:sp>
      <p:sp>
        <p:nvSpPr>
          <p:cNvPr id="6" name="Chevron 5"/>
          <p:cNvSpPr/>
          <p:nvPr/>
        </p:nvSpPr>
        <p:spPr>
          <a:xfrm>
            <a:off x="5349240" y="1901952"/>
            <a:ext cx="457200" cy="411480"/>
          </a:xfrm>
          <a:prstGeom prst="chevron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52159" y="1828800"/>
            <a:ext cx="2011680" cy="5486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Live estimate</a:t>
            </a:r>
          </a:p>
        </p:txBody>
      </p:sp>
      <p:sp>
        <p:nvSpPr>
          <p:cNvPr id="8" name="Chevron 7"/>
          <p:cNvSpPr/>
          <p:nvPr/>
        </p:nvSpPr>
        <p:spPr>
          <a:xfrm>
            <a:off x="7909559" y="1901952"/>
            <a:ext cx="457200" cy="411480"/>
          </a:xfrm>
          <a:prstGeom prst="chevron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0" y="1828800"/>
            <a:ext cx="2011680" cy="5486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Book &amp; Track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Role Workflows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377440" cy="4572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User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2377440" cy="3017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Book ride or bus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Track live trip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Pay/complete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463040"/>
            <a:ext cx="2377440" cy="45720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Driver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2103120"/>
            <a:ext cx="2377440" cy="3017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Go online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Accept + verify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Complete trip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463040"/>
            <a:ext cx="2377440" cy="4572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Admin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103120"/>
            <a:ext cx="2377440" cy="3017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Manage routes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Monitor demand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Optimize fleet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828800"/>
            <a:ext cx="1828800" cy="64008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Mobile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828800"/>
            <a:ext cx="1463040" cy="6400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REST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828800"/>
            <a:ext cx="1920240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Node Backend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828800"/>
            <a:ext cx="1554480" cy="64008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Storage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3108960"/>
            <a:ext cx="5029200" cy="12801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475569"/>
                </a:solidFill>
              </a:defRPr>
            </a:pPr>
            <a:r>
              <a:t>External 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3657600"/>
            <a:ext cx="1554480" cy="457200"/>
          </a:xfrm>
          <a:prstGeom prst="round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OSRM Routing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657600"/>
            <a:ext cx="1828800" cy="457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OSM Geocoding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657600"/>
            <a:ext cx="1463040" cy="457200"/>
          </a:xfrm>
          <a:prstGeom prst="roundRect">
            <a:avLst/>
          </a:prstGeom>
          <a:solidFill>
            <a:srgbClr val="BBF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Push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Real-time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8638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75569"/>
                </a:solidFill>
              </a:defRPr>
            </a:pPr>
            <a:r>
              <a:t>Cached routing for fast repeated requests</a:t>
            </a:r>
          </a:p>
          <a:p>
            <a:pPr>
              <a:defRPr sz="2000">
                <a:solidFill>
                  <a:srgbClr val="475569"/>
                </a:solidFill>
              </a:defRPr>
            </a:pPr>
            <a:r>
              <a:t>Timeout + fallback route when OSRM is slow</a:t>
            </a:r>
          </a:p>
          <a:p>
            <a:pPr>
              <a:defRPr sz="2000">
                <a:solidFill>
                  <a:srgbClr val="475569"/>
                </a:solidFill>
              </a:defRPr>
            </a:pPr>
            <a:r>
              <a:t>Live driver updates and ride status sync</a:t>
            </a:r>
          </a:p>
          <a:p>
            <a:pPr>
              <a:defRPr sz="2000">
                <a:solidFill>
                  <a:srgbClr val="475569"/>
                </a:solidFill>
              </a:defRPr>
            </a:pPr>
            <a:r>
              <a:t>Push alerts for assignments and trip updates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8638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75569"/>
                </a:solidFill>
              </a:defRPr>
            </a:pPr>
            <a:r>
              <a:t>Students: quick rides between departments</a:t>
            </a:r>
          </a:p>
          <a:p>
            <a:pPr>
              <a:defRPr sz="2000">
                <a:solidFill>
                  <a:srgbClr val="475569"/>
                </a:solidFill>
              </a:defRPr>
            </a:pPr>
            <a:r>
              <a:t>Staff: reliable campus transport</a:t>
            </a:r>
          </a:p>
          <a:p>
            <a:pPr>
              <a:defRPr sz="2000">
                <a:solidFill>
                  <a:srgbClr val="475569"/>
                </a:solidFill>
              </a:defRPr>
            </a:pPr>
            <a:r>
              <a:t>Night safety: fast booking + tracking</a:t>
            </a:r>
          </a:p>
          <a:p>
            <a:pPr>
              <a:defRPr sz="2000">
                <a:solidFill>
                  <a:srgbClr val="475569"/>
                </a:solidFill>
              </a:defRPr>
            </a:pPr>
            <a:r>
              <a:t>Events: manage spikes with bus capacity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8638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75569"/>
                </a:solidFill>
              </a:defRPr>
            </a:pPr>
            <a:r>
              <a:t>Lower wait times and higher rider satisfaction</a:t>
            </a:r>
          </a:p>
          <a:p>
            <a:pPr>
              <a:defRPr sz="2000">
                <a:solidFill>
                  <a:srgbClr val="475569"/>
                </a:solidFill>
              </a:defRPr>
            </a:pPr>
            <a:r>
              <a:t>Better utilization of drivers and buses</a:t>
            </a:r>
          </a:p>
          <a:p>
            <a:pPr>
              <a:defRPr sz="2000">
                <a:solidFill>
                  <a:srgbClr val="475569"/>
                </a:solidFill>
              </a:defRPr>
            </a:pPr>
            <a:r>
              <a:t>Operational visibility for admins</a:t>
            </a:r>
          </a:p>
          <a:p>
            <a:pPr>
              <a:defRPr sz="2000">
                <a:solidFill>
                  <a:srgbClr val="475569"/>
                </a:solidFill>
              </a:defRPr>
            </a:pPr>
            <a:r>
              <a:t>Scales from single campus to multi-campus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8046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1F5F9"/>
                </a:solidFill>
              </a:defRPr>
            </a:pPr>
            <a:r>
              <a:t>Pilot in 4–6 weeks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4A3B8"/>
                </a:solidFill>
              </a:defRPr>
            </a:pPr>
            <a:r>
              <a:t>Start with one campus, expand fast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